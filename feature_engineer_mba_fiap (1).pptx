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font" Target="fonts/Raleway-regular.fntdata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Robo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4ec31f3a2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04ec31f3a2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4ec31f3a2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04ec31f3a2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4ec31f3a2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4ec31f3a2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ec31f3a2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04ec31f3a2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4ec31f3a2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04ec31f3a2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04ec31f3a2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04ec31f3a2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4ec31f3a2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04ec31f3a2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743275" y="2516750"/>
            <a:ext cx="45258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roblema de Negócio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Prever a inadimplência de clientes com base em dados demográficos e financeiros.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Fonte de Dados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Base 'credit.csv', FIAP, com alto percentual de dados ausentes e variáveis categóricas.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Desafios Iniciais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Alta quantidade de missing values e predominância de atributos não numéricos.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06200" y="696250"/>
            <a:ext cx="8437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Roboto"/>
                <a:ea typeface="Roboto"/>
                <a:cs typeface="Roboto"/>
                <a:sym typeface="Roboto"/>
              </a:rPr>
              <a:t>Projeto: Estratégias de Tratamento de Dados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3500"/>
              </a:spcAft>
              <a:buNone/>
            </a:pPr>
            <a:r>
              <a:rPr lang="pt-BR" sz="2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Introdução e Contextualização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269075" y="2571750"/>
            <a:ext cx="38748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Integrantes: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Erika Tomoko;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Lucas Huber Pissaia;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Matheus Raeski.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716150" y="2343250"/>
            <a:ext cx="46008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Remoção de Nulos: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 Eliminados todos os registros que continham valores ausentes no dataset.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Exclusão de Variáveis Categóricas: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 Mantidas apenas colunas puramente numéricas para evitar pré-processamentos complexos.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Impacto no Modelo: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 Redução drástica de volume de dados; modelo inicial de XGBoost apresentou baixo recall para maus pagadores.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16150" y="690175"/>
            <a:ext cx="8335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Roboto"/>
                <a:ea typeface="Roboto"/>
                <a:cs typeface="Roboto"/>
                <a:sym typeface="Roboto"/>
              </a:rPr>
              <a:t>Resolução 1: Exclusão de Nulos e Categóricas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3500"/>
              </a:spcAft>
              <a:buNone/>
            </a:pPr>
            <a:r>
              <a:rPr lang="pt-BR" sz="2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Primeira abordagem de tratamento de dados</a:t>
            </a:r>
            <a:endParaRPr sz="2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21085" t="0"/>
          <a:stretch/>
        </p:blipFill>
        <p:spPr>
          <a:xfrm>
            <a:off x="5634600" y="1497250"/>
            <a:ext cx="2948699" cy="354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716150" y="2500250"/>
            <a:ext cx="4600800" cy="18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Substituição Inteligente: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 Valores nulos substituídos por mediana (variáveis contínuas) ou categorias novas (variáveis discretas).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Preservação de Volume: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 Mantido o volume de dados original, sem exclusão de linhas.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Impacto no Modelo: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 Melhora marginal na acurácia; porém recall para maus pagadores ainda permaneceu baixo.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716150" y="690175"/>
            <a:ext cx="8335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Roboto"/>
                <a:ea typeface="Roboto"/>
                <a:cs typeface="Roboto"/>
                <a:sym typeface="Roboto"/>
              </a:rPr>
              <a:t>Resolução 2: Substituição de Valores Nulos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Aprimoramento da robustez dos dados</a:t>
            </a:r>
            <a:endParaRPr sz="2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4950" y="1557650"/>
            <a:ext cx="3007525" cy="34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/>
        </p:nvSpPr>
        <p:spPr>
          <a:xfrm>
            <a:off x="716150" y="2208713"/>
            <a:ext cx="4600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Aplicação de One-Hot Encoding: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 Variáveis categóricas com poucos valores únicos transformadas em dummies.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Aumento de Dimensionalidade: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 Expansão do espaço de features mantendo relevância das informações originais.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Impacto no Modelo: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 Melhora leve na acurácia, mas recall para maus pagadores ainda insatisfatório.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716150" y="690175"/>
            <a:ext cx="8335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Roboto"/>
                <a:ea typeface="Roboto"/>
                <a:cs typeface="Roboto"/>
                <a:sym typeface="Roboto"/>
              </a:rPr>
              <a:t>Resolução 3: One-Hot Encoding de 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Transformação de variáveis categóricas</a:t>
            </a:r>
            <a:endParaRPr sz="2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7189" y="1641362"/>
            <a:ext cx="3029636" cy="34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716150" y="2208713"/>
            <a:ext cx="4600800" cy="21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Pipeline PySpark: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 Tratamento de dados nulos e categóricos com otimizações de performance usando Spark.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Seleção Automática de Variáveis: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 Remoção de atributos com importância inferior a 1% via XGBoost feature importance.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Impacto no Modelo: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 Aumento na acurácia e melhor balanceamento entre precisão e recall.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716150" y="690175"/>
            <a:ext cx="8335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Roboto"/>
                <a:ea typeface="Roboto"/>
                <a:cs typeface="Roboto"/>
                <a:sym typeface="Roboto"/>
              </a:rPr>
              <a:t>Resolução 4: Feature Selection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Uso de PySpark e Embedded Feature Selection</a:t>
            </a:r>
            <a:endParaRPr sz="20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1975" y="1531787"/>
            <a:ext cx="3039200" cy="3611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>
            <a:off x="708225" y="690225"/>
            <a:ext cx="571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Roboto"/>
                <a:ea typeface="Roboto"/>
                <a:cs typeface="Roboto"/>
                <a:sym typeface="Roboto"/>
              </a:rPr>
              <a:t>Comparativo dos Resultados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3500"/>
              </a:spcAft>
              <a:buNone/>
            </a:pPr>
            <a:r>
              <a:rPr lang="pt-BR" sz="2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Análise de Acurácia e Recall nas Resoluções</a:t>
            </a:r>
            <a:endParaRPr sz="20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708225" y="2382700"/>
            <a:ext cx="39906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Resolução 1: 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Baixa capacidade de identificar maus pagadores (recall muito baixo).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Resolução 2 e 3: 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Melhora marginal na acurácia, mas recall ainda insatisfatório.</a:t>
            </a:r>
            <a:endParaRPr sz="12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Resolução 4: 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Melhor equilíbrio entre acurácia e recall após seleção de features.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708225" y="690225"/>
            <a:ext cx="5712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Roboto"/>
                <a:ea typeface="Roboto"/>
                <a:cs typeface="Roboto"/>
                <a:sym typeface="Roboto"/>
              </a:rPr>
              <a:t>Conclusão e Próximos Passos</a:t>
            </a:r>
            <a:endParaRPr sz="27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3500"/>
              </a:spcAft>
              <a:buNone/>
            </a:pPr>
            <a:r>
              <a:rPr lang="pt-BR" sz="2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Síntese das lições aprendidas</a:t>
            </a:r>
            <a:endParaRPr sz="2000">
              <a:solidFill>
                <a:srgbClr val="1F272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708225" y="2382700"/>
            <a:ext cx="39906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Importância do Tratamento de Dados: 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Decisões no pré-processamento impactam diretamente o desempenho do modelo.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Valor da Seleção de Variáveis: 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Identificar e eliminar atributos irrelevantes melhora a performance e a interpretabilidade.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</a:pPr>
            <a:r>
              <a:rPr b="1"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Próximos Desafios: </a:t>
            </a:r>
            <a:r>
              <a:rPr lang="pt-BR" sz="1200">
                <a:solidFill>
                  <a:srgbClr val="1F2728"/>
                </a:solidFill>
                <a:latin typeface="Roboto"/>
                <a:ea typeface="Roboto"/>
                <a:cs typeface="Roboto"/>
                <a:sym typeface="Roboto"/>
              </a:rPr>
              <a:t>Explorar técnicas de balanceamento de classes e algoritmos mais sofisticados.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